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jp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jp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jp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645920"/>
            <a:ext cx="6035040" cy="603504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pic>
        <p:nvPicPr>
          <p:cNvPr id="3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743200" cy="50673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103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8C87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APPLICATION SCREENSHOTS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14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CortexSkills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74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Horizon Services Group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70 screens · English · 1440 × 900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080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8C87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MEASURABLE · GOVERNED · SUSTAINABLE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CONTENTS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screens of the application, by menu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 seen by the users of Horizon Services Group. Administration screens are taken with the organization administrator; Backups &amp; health with the platform administrator.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21762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6974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Sign-in and home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337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 screens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55848" y="201168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57016" y="21762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557016" y="26974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and projects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557016" y="3337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 screens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63056" y="201168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64224" y="21762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364224" y="26974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Process design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64224" y="3337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12 screens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70264" y="201168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71432" y="21762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171432" y="26974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171432" y="3337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11 screens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02336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41879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7091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Artificial intelligence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5349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 screens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55848" y="402336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57016" y="41879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3557016" y="47091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Reports and documents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557016" y="5349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 screens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63056" y="402336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64224" y="41879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6364224" y="47091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364224" y="5349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 screens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970264" y="402336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171432" y="41879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9171432" y="47091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Settings, help and profile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171432" y="5349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 screens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38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Contents · Horizon Services Group · Demonstration data — fictional organization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645920"/>
            <a:ext cx="6035040" cy="603504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Sign-in and home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 in · Horizon Services Group · My tasks · Alerts · AI Assistant · Profile menu · Change password</a:t>
            </a:r>
            <a:endParaRPr lang="en-US" sz="1400" dirty="0"/>
          </a:p>
        </p:txBody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SIGN-IN AND HOME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Sign in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/login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Sign 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Sign-in and home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SIGN-IN AND HOME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 Services Group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Horizon Services 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Sign-in and home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SIGN-IN AND HOME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My tasks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/my-tasks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My tas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Sign-in and home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SIGN-IN AND HOME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Alerts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/alerts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ler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Sign-in and home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SIGN-IN AND HOME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Assistant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/assistant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Assist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Sign-in and home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SIGN-IN AND HOME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Profile menu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Profile me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Sign-in and home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SIGN-IN AND HOME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Change password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Change passwo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Sign-in and home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645920"/>
            <a:ext cx="6035040" cy="603504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and projects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Groups &amp; organizations · Projects · New project · AI Skills Full Run 2026 — Horizon Services Group · WBS &amp; Gantt · Roadmap-to-Curriculum Design · Roadmap-to-Curriculum Design · Portfolio overview · Module workspaces · Platform Shell &amp; Common Services · Business records · Questionnaires</a:t>
            </a:r>
            <a:endParaRPr lang="en-US" sz="1400" dirty="0"/>
          </a:p>
        </p:txBody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Groups &amp; organizations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/tenancy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Groups &amp; organiz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/projects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Projec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New project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/projects/new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New proje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Skills Full Run 2026 — Horizon Services Group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/projects/:id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Skills Full Run 2026 — Horizon Services 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WBS &amp; Gantt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/projects/:id/gantt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WBS &amp; Gant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Roadmap-to-Curriculum Design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/runs/:id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Roadmap-to-Curriculum Desig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Roadmap-to-Curriculum Design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/runs/:id?task=:id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Roadmap-to-Curriculum Desig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overview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/portfolio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Portfolio over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workspaces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/modules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Module workspa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Platform Shell &amp; Common Services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/modules/M00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Platform Shell &amp; Common Serv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Business records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/records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Business reco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Questionnaires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/questionnaires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Questionnai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Template library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/questionnaires/templates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Template libra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IF-PAC questionnaire campaign 2026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/questionnaires/:id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IF-PAC questionnaire campaign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plan 2026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/training-plan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Training plan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Portfolio and projects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645920"/>
            <a:ext cx="6035040" cy="603504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Process design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 · Macro processes · End-to-end processes · Chain diagram · Coverage matrix · BPMN diagrams · Verticals · SME tracks &amp; scoring · Project templates · Gate library · Checklist library · Information model</a:t>
            </a:r>
            <a:endParaRPr lang="en-US" sz="1400" dirty="0"/>
          </a:p>
        </p:txBody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Process design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/process/design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Process desig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Macro processes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/process/mp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Macro proces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End-to-end processes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/process/e2e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End-to-end proces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Chain diagram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/process/chain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Chain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Coverage matrix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/process/coverage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Coverage matri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BPMN diagrams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/process/bpmn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BPMN diagra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Verticals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/process/verticals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Vertica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SME tracks &amp; scoring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/process/sme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SME tracks &amp; sco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templates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/process/templates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Project templa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 library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/process/gates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Gate libra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Checklist library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/process/checklists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Checklist libra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Information model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/process/model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Information mod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design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645920"/>
            <a:ext cx="6035040" cy="603504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Governance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Business rules · Controls (COSO) · Risks &amp; opportunities · KPIs · Alert settings · RACSI · Organization (OBS) · Registers · Audits · Return on experience · WBS &amp; Gantt</a:t>
            </a:r>
            <a:endParaRPr lang="en-US" sz="1400" dirty="0"/>
          </a:p>
        </p:txBody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Business rules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/gov/rules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Business ru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Controls (COSO)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/gov/controls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Controls (COSO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Risks &amp; opportunities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/gov/risks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Risks &amp; opportuniti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/gov/kpis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KPI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Alert settings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/gov/alert-settings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lert 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RACSI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/gov/racsi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RAC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Organization (OBS)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/gov/obs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Organization (OBS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Registers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/registers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Regist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/gov/audits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udi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 on experience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/gov/rex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Return on experi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WBS &amp; Gantt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/gov/gantt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WBS &amp; Gant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Governance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645920"/>
            <a:ext cx="6035040" cy="603504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Artificial intelligence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use cases · AI usage log · Knowledge base · Live AI model · AI settings</a:t>
            </a:r>
            <a:endParaRPr lang="en-US" sz="1400" dirty="0"/>
          </a:p>
        </p:txBody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ARTIFICIAL INTELLIGENCE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use cases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/ai/use-cases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use ca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Artificial intelligence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ARTIFICIAL INTELLIGENCE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usage log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/ai/usage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usage l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Artificial intelligence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ARTIFICIAL INTELLIGENCE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Knowledge base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/ai/kb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Knowledge 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Artificial intelligence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ARTIFICIAL INTELLIGENCE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 AI model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/ai/model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Live AI mod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Artificial intelligence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56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ARTIFICIAL INTELLIGENCE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settings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/ai/settings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Artificial intelligence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57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645920"/>
            <a:ext cx="6035040" cy="603504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Reports and documents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Reports · Documents · Training Engineering Report and Training Plan — Horizon Services Group · Training plan with detailed agendas — Horizon Services Group · Document templates · Document layout · Master list · Internal benchmarking</a:t>
            </a:r>
            <a:endParaRPr lang="en-US" sz="1400" dirty="0"/>
          </a:p>
        </p:txBody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REPORTS AND DOCUMENTS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Reports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/reports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Repor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Reports and documents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59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REPORTS AND DOCUMENTS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/documents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Docu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Reports and documents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60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REPORTS AND DOCUMENTS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Engineering Report and Training Plan — Horizon Services Group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/documents/:id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Training Engineering Report and Training Plan — Horizon Services 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Reports and documents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61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REPORTS AND DOCUMENTS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Training plan with detailed agendas — Horizon Services Group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/documents/:id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Training plan with detailed agendas — Horizon Services 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Reports and documents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62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REPORTS AND DOCUMENTS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 templates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/documents/templates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Document templa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Reports and documents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63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REPORTS AND DOCUMENTS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 layout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/documents/layout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Document layo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Reports and documents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64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REPORTS AND DOCUMENTS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Master list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/documents/master-list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Master 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Reports and documents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65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REPORTS AND DOCUMENTS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Internal benchmarking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/benchmark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Internal benchmar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Reports and documents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66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645920"/>
            <a:ext cx="6035040" cy="603504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Administration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Users · Permission matrix · Configuration &amp; licence · Packs &amp; pricing · Integrations · Channels (e-mail, WhatsApp) · SME onboarding · Audit log · Backups &amp; health · Requirement traceability</a:t>
            </a:r>
            <a:endParaRPr lang="en-US" sz="1400" dirty="0"/>
          </a:p>
        </p:txBody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/admin/users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68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Permission matrix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/admin/permissions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Permission matri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69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Configuration &amp; licence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/admin/config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Configuration &amp; lic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70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Packs &amp; pricing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/admin/pricing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Packs &amp; pric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71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Integrations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/admin/integrations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Integr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72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Channels (e-mail, WhatsApp)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/admin/channels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Channels (e-mail, WhatsApp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73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SME onboarding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/admin/onboarding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SME onboar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74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log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/admin/audit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udit l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75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Backups &amp; health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/admin/backups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Backups &amp; heal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76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Requirement traceability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/admin/traceability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Requirement traceabil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Administration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77</a:t>
            </a:r>
            <a:endParaRPr lang="en-US" sz="10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645920"/>
            <a:ext cx="6035040" cy="603504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920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Settings, help and profile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My settings · Help centre</a:t>
            </a:r>
            <a:endParaRPr lang="en-US" sz="1400" dirty="0"/>
          </a:p>
        </p:txBody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SETTINGS, HELP AND PROFILE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My settings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/settings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My 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Settings, help and profile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79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SETTINGS, HELP AND PROFILE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168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Help centre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716975" y="777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Address: /help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2800" y="1280160"/>
            <a:ext cx="7626096" cy="480060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Help cent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8520" y="1325880"/>
            <a:ext cx="7534656" cy="4709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8" name="Image 1" descr="AI Valu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Settings, help and profile · Horizon Services Group · Demonstration data — fictional organization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AI Value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CortexSkills — Application screenshots — Horizon Services Group</dc:title>
  <dc:subject>PptxGenJS Presentation</dc:subject>
  <dc:creator>AI Value</dc:creator>
  <cp:lastModifiedBy>AI Value</cp:lastModifiedBy>
  <cp:revision>1</cp:revision>
  <dcterms:created xsi:type="dcterms:W3CDTF">2026-10-12T16:45:56Z</dcterms:created>
  <dcterms:modified xsi:type="dcterms:W3CDTF">2026-10-12T16:45:56Z</dcterms:modified>
</cp:coreProperties>
</file>