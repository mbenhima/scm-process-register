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</p:sldIdLst>
  <p:notesMasterIdLst>
    <p:notesMasterId r:id="rId8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notesMaster" Target="notesMasters/notesMaster1.xml"/><Relationship Id="rId83" Type="http://schemas.openxmlformats.org/officeDocument/2006/relationships/presProps" Target="presProps.xml"/><Relationship Id="rId84" Type="http://schemas.openxmlformats.org/officeDocument/2006/relationships/viewProps" Target="viewProps.xml"/><Relationship Id="rId85" Type="http://schemas.openxmlformats.org/officeDocument/2006/relationships/theme" Target="theme/theme1.xml"/><Relationship Id="rId8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jp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jp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jp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jp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jp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jp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jp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jp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jp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jpg"/><Relationship Id="rId2" Type="http://schemas.openxmlformats.org/officeDocument/2006/relationships/image" Target="../media/image-6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jp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jpg"/><Relationship Id="rId2" Type="http://schemas.openxmlformats.org/officeDocument/2006/relationships/image" Target="../media/image-6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jpg"/><Relationship Id="rId2" Type="http://schemas.openxmlformats.org/officeDocument/2006/relationships/image" Target="../media/image-6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jp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jpg"/><Relationship Id="rId2" Type="http://schemas.openxmlformats.org/officeDocument/2006/relationships/image" Target="../media/image-6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jpg"/><Relationship Id="rId2" Type="http://schemas.openxmlformats.org/officeDocument/2006/relationships/image" Target="../media/image-6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jpg"/><Relationship Id="rId2" Type="http://schemas.openxmlformats.org/officeDocument/2006/relationships/image" Target="../media/image-7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jpg"/><Relationship Id="rId2" Type="http://schemas.openxmlformats.org/officeDocument/2006/relationships/image" Target="../media/image-7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jpg"/><Relationship Id="rId2" Type="http://schemas.openxmlformats.org/officeDocument/2006/relationships/image" Target="../media/image-7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jpg"/><Relationship Id="rId2" Type="http://schemas.openxmlformats.org/officeDocument/2006/relationships/image" Target="../media/image-7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jpg"/><Relationship Id="rId2" Type="http://schemas.openxmlformats.org/officeDocument/2006/relationships/image" Target="../media/image-7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jpg"/><Relationship Id="rId2" Type="http://schemas.openxmlformats.org/officeDocument/2006/relationships/image" Target="../media/image-7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jpg"/><Relationship Id="rId2" Type="http://schemas.openxmlformats.org/officeDocument/2006/relationships/image" Target="../media/image-7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jpg"/><Relationship Id="rId2" Type="http://schemas.openxmlformats.org/officeDocument/2006/relationships/image" Target="../media/image-7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jpg"/><Relationship Id="rId2" Type="http://schemas.openxmlformats.org/officeDocument/2006/relationships/image" Target="../media/image-7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jpg"/><Relationship Id="rId2" Type="http://schemas.openxmlformats.org/officeDocument/2006/relationships/image" Target="../media/image-8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A5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645920"/>
            <a:ext cx="6035040" cy="603504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pic>
        <p:nvPicPr>
          <p:cNvPr id="4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743200" cy="50673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2103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8C8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APPLICATION SCREENSHOTS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2514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CortexSkills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474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Horizon Services Group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70 screens · English · 1440 × 900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080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8C8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MEASURABLE · GOVERNED · SUSTAINABLE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CONTENTS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screens of the application, by menu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seen by the users of Horizon Services Group. Administration screens are taken with the organization administrator; Backups &amp; health with the platform administrator.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21762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697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Sign-in and home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 screens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55848" y="201168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57016" y="21762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3557016" y="2697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Portfolio and projects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557016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 screens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63056" y="201168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64224" y="21762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6364224" y="2697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 design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364224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 screens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970264" y="201168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71432" y="21762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9171432" y="2697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171432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 screens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402336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4187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749808" y="4709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Artificial intelligence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49808" y="5349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screens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355848" y="402336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557016" y="4187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200" dirty="0"/>
          </a:p>
        </p:txBody>
      </p:sp>
      <p:sp>
        <p:nvSpPr>
          <p:cNvPr id="28" name="Text 25"/>
          <p:cNvSpPr txBox="1"/>
          <p:nvPr/>
        </p:nvSpPr>
        <p:spPr>
          <a:xfrm>
            <a:off x="3557016" y="4709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Reports and documents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3557016" y="5349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 screens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163056" y="402336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364224" y="4187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2200" dirty="0"/>
          </a:p>
        </p:txBody>
      </p:sp>
      <p:sp>
        <p:nvSpPr>
          <p:cNvPr id="32" name="Text 29"/>
          <p:cNvSpPr txBox="1"/>
          <p:nvPr/>
        </p:nvSpPr>
        <p:spPr>
          <a:xfrm>
            <a:off x="6364224" y="4709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Administration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364224" y="5349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screens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8970264" y="402336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171432" y="4187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2200" dirty="0"/>
          </a:p>
        </p:txBody>
      </p:sp>
      <p:sp>
        <p:nvSpPr>
          <p:cNvPr id="36" name="Text 33"/>
          <p:cNvSpPr txBox="1"/>
          <p:nvPr/>
        </p:nvSpPr>
        <p:spPr>
          <a:xfrm>
            <a:off x="9171432" y="4709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Settings, help and profile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9171432" y="5349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screens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39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Contents · Horizon Services Group · Demonstration data — fictional organization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3A5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645920"/>
            <a:ext cx="6035040" cy="603504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1920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Sign-in and home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9319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 in · Horizon Services Group · My tasks · Alerts · AI Assistant · Profile menu · Change password</a:t>
            </a:r>
            <a:endParaRPr lang="en-US" sz="1400" dirty="0"/>
          </a:p>
        </p:txBody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SIGN-IN AND HOME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 in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/login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Sign 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Sign-in and home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SIGN-IN AND HOME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Horizon Services Group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Horizon Services Gro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Sign-in and home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SIGN-IN AND HOME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 tasks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/my-tasks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My tas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Sign-in and home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SIGN-IN AND HOME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Alerts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/alerts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ler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Sign-in and home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SIGN-IN AND HOME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Assistant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/assistant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Assist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Sign-in and home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SIGN-IN AND HOME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Profile menu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Profile men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Sign-in and home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SIGN-IN AND HOME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Change password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Change passwo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Sign-in and home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3A5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645920"/>
            <a:ext cx="6035040" cy="603504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1920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Portfolio and projects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9319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Groups &amp; organizations · Projects · New project · AI Skills Full Run 2026 — Horizon Services Group · WBS &amp; Gantt · Roadmap-to-Curriculum Design · Roadmap-to-Curriculum Design · Portfolio overview · Module workspaces · Platform Shell &amp; Common Services · Business records · Questionnaires</a:t>
            </a:r>
            <a:endParaRPr lang="en-US" sz="1400" dirty="0"/>
          </a:p>
        </p:txBody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AND PROJECTS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Groups &amp; organizations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/tenancy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Groups &amp; organiz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and projects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AND PROJECTS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/projects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Projec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and projects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AND PROJECTS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project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/projects/new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New proje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and projects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AND PROJECTS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Skills Full Run 2026 — Horizon Services Group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/projects/:id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Skills Full Run 2026 — Horizon Services Gro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and projects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AND PROJECTS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WBS &amp; Gantt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/projects/:id/gantt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WBS &amp; Gant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and projects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AND PROJECTS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Roadmap-to-Curriculum Design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/runs/:id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Roadmap-to-Curriculum Desig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and projects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AND PROJECTS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Roadmap-to-Curriculum Design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/runs/:id?task=:id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Roadmap-to-Curriculum Desig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and projects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AND PROJECTS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Portfolio overview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/portfolio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Portfolio over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and projects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AND PROJECTS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Module workspaces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/modules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Module workspa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and projects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AND PROJECTS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Platform Shell &amp; Common Services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/modules/M00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Platform Shell &amp; Common Serv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and projects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AND PROJECTS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records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/records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Business recor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and projects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AND PROJECTS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Questionnaires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/questionnaires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Questionnai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and projects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AND PROJECTS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Template library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/questionnaires/templates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Template libra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and projects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AND PROJECTS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IF-PAC questionnaire campaign 2026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/questionnaires/:id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IF-PAC questionnaire campaign 20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and projects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AND PROJECTS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 plan 2026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/training-plan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Training plan 20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and projects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23A5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645920"/>
            <a:ext cx="6035040" cy="603504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1920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 design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9319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design · Macro processes · End-to-end processes · Chain diagram · Coverage matrix · BPMN diagrams · Verticals · SME tracks &amp; scoring · Project templates · Gate library · Checklist library · Information model</a:t>
            </a:r>
            <a:endParaRPr lang="en-US" sz="1400" dirty="0"/>
          </a:p>
        </p:txBody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DESIGN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 design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/process/design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Process desig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design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DESIGN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Macro processes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/process/mp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Macro process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design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DESIGN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End-to-end processes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/process/e2e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End-to-end process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design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DESIGN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Chain diagram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/process/chain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Chain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design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DESIGN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Coverage matrix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/process/coverage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Coverage matri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design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DESIGN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BPMN diagrams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/process/bpmn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BPMN diagram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design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DESIGN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Verticals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/process/verticals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Vertica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design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DESIGN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SME tracks &amp; scoring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/process/sme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SME tracks &amp; sco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design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DESIGN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templates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/process/templates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Project templa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design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DESIGN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Gate library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/process/gates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Gate libra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design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DESIGN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Checklist library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/process/checklists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Checklist libra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design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DESIGN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Information model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/process/model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Information mod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design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23A5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645920"/>
            <a:ext cx="6035040" cy="603504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1920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Governance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9319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 rules · Controls (COSO) · Risks &amp; opportunities · KPIs · Alert settings · RACSI · Organization (OBS) · Registers · Audits · Return on experience · WBS &amp; Gantt</a:t>
            </a:r>
            <a:endParaRPr lang="en-US" sz="1400" dirty="0"/>
          </a:p>
        </p:txBody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rules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/gov/rules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Business ru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Governance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Controls (COSO)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/gov/controls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Controls (COSO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Governance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Risks &amp; opportunities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/gov/risks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Risks &amp; opportuniti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Governance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KPIs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/gov/kpis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KPI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Governance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Alert settings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/gov/alert-settings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lert settin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Governance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RACSI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/gov/racsi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RACS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Governance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Organization (OBS)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/gov/obs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Organization (OBS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Governance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Registers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/registers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Regist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Governance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/gov/audits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udi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Governance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Return on experience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/gov/rex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Return on experie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Governance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WBS &amp; Gantt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/gov/gantt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WBS &amp; Gant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Governance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23A5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645920"/>
            <a:ext cx="6035040" cy="603504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1920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Artificial intelligence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9319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use cases · AI usage log · Knowledge base · Live AI model · AI settings</a:t>
            </a:r>
            <a:endParaRPr lang="en-US" sz="1400" dirty="0"/>
          </a:p>
        </p:txBody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ARTIFICIAL INTELLIGENCE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use cases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/ai/use-cases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use cas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Artificial intelligence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53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ARTIFICIAL INTELLIGENCE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usage log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/ai/usage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usage l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Artificial intelligence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ARTIFICIAL INTELLIGENCE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Knowledge base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/ai/kb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Knowledge 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Artificial intelligence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ARTIFICIAL INTELLIGENCE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AI model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/ai/model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Live AI mod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Artificial intelligence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56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ARTIFICIAL INTELLIGENCE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settings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/ai/settings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settin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Artificial intelligence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57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23A5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645920"/>
            <a:ext cx="6035040" cy="603504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1920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Reports and documents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9319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Reports · Documents · Training Engineering Report and Training Plan — Horizon Services Group · Training plan with detailed agendas — Horizon Services Group · Document templates · Document layout · Master list · Internal benchmarking</a:t>
            </a:r>
            <a:endParaRPr lang="en-US" sz="1400" dirty="0"/>
          </a:p>
        </p:txBody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REPORTS AND DOCUMENTS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Reports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/reports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Repor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Reports and documents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59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REPORTS AND DOCUMENTS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/documents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Docum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Reports and documents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60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REPORTS AND DOCUMENTS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 Engineering Report and Training Plan — Horizon Services Group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/documents/:id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Training Engineering Report and Training Plan — Horizon Services Gro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Reports and documents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61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REPORTS AND DOCUMENTS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 plan with detailed agendas — Horizon Services Group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/documents/:id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Training plan with detailed agendas — Horizon Services Gro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Reports and documents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62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REPORTS AND DOCUMENTS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templates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/documents/templates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Document templa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Reports and documents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63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REPORTS AND DOCUMENTS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layout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/documents/layout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Document layo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Reports and documents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64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REPORTS AND DOCUMENTS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Master list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/documents/master-list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Master l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Reports and documents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65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REPORTS AND DOCUMENTS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Internal benchmarking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/benchmark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Internal benchmark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Reports and documents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66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23A5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645920"/>
            <a:ext cx="6035040" cy="603504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1920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Administration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9319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Users · Permission matrix · Configuration &amp; licence · Packs &amp; pricing · Integrations · Channels (e-mail, WhatsApp) · SME onboarding · Audit log · Backups &amp; health · Requirement traceability</a:t>
            </a:r>
            <a:endParaRPr lang="en-US" sz="1400" dirty="0"/>
          </a:p>
        </p:txBody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/admin/users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Us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68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Permission matrix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/admin/permissions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Permission matri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69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Configuration &amp; licence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/admin/config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Configuration &amp; lice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70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Packs &amp; pricing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/admin/pricing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Packs &amp; pric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71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Integrations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/admin/integrations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Integr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72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Channels (e-mail, WhatsApp)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/admin/channels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Channels (e-mail, WhatsApp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73</a:t>
            </a:r>
            <a:endParaRPr lang="en-US" sz="1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SME onboarding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/admin/onboarding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SME onboar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74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 log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/admin/audit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udit l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75</a:t>
            </a:r>
            <a:endParaRPr lang="en-US" sz="10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Backups &amp; health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/admin/backups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Backups &amp;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76</a:t>
            </a:r>
            <a:endParaRPr lang="en-US" sz="10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Requirement traceability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/admin/traceability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Requirement traceabil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Administration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77</a:t>
            </a:r>
            <a:endParaRPr lang="en-US" sz="10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23A5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645920"/>
            <a:ext cx="6035040" cy="603504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1920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Settings, help and profile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9319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My settings · Help centre</a:t>
            </a:r>
            <a:endParaRPr lang="en-US" sz="1400" dirty="0"/>
          </a:p>
        </p:txBody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SETTINGS, HELP AND PROFILE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 settings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/settings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My settin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Settings, help and profile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79</a:t>
            </a:r>
            <a:endParaRPr lang="en-US" sz="1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SETTINGS, HELP AND PROFILE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Help centre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8716975" y="777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Address: /help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2800" y="1280160"/>
            <a:ext cx="7626096" cy="48006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Help cent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20" y="1325880"/>
            <a:ext cx="7534656" cy="4709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9" name="Image 1" descr="AI Val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Settings, help and profile · Horizon Services Group · Demonstration data — fictional organization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80</Slides>
  <Notes>80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</vt:vector>
  </TitlesOfParts>
  <Company>AI Value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CortexSkills — Application screenshots — Horizon Services Group</dc:title>
  <dc:subject>PptxGenJS Presentation</dc:subject>
  <dc:creator>AI Value</dc:creator>
  <cp:lastModifiedBy>AI Value</cp:lastModifiedBy>
  <cp:revision>1</cp:revision>
  <dcterms:created xsi:type="dcterms:W3CDTF">2026-10-12T16:45:56Z</dcterms:created>
  <dcterms:modified xsi:type="dcterms:W3CDTF">2026-10-12T16:45:56Z</dcterms:modified>
</cp:coreProperties>
</file>