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pic>
        <p:nvPicPr>
          <p:cNvPr id="4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743200" cy="50673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CAPTURES D’ÉCRAN DE L’APPLICATION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514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CortexSkills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 Horizon Services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70 écrans · français · 1440 × 900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SOMMAIRE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écrans de l’application, par menu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Tels que les voient les utilisateurs de Groupe Horizon Services. Les écrans d’administration sont pris avec l’administrateur de l’organisation ; Sauvegardes et santé avec l’administrateur de la plateforme.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 écrans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55848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57016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557016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57016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 écrans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64224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364224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 écrans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70264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71432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9171432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171432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 écrans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écrans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355848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557016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557016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557016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 écrans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163056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64224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6364224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364224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écrans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8970264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171432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171432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Paramètres, aide et profil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171432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écrans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39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Sommaire · Groupe Horizon Services · Données de démonstration — organisation fictive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Connexion et accueil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· Groupe Horizon Services · Mes tâches · Alertes · Assistant IA · Menu du profil · Changer le mot de passe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Connexion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/login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onnex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Groupe Horizon Services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Groupe Horizon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 tâches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/my-tasks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es tâch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/alerts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le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Assistant IA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/assistant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ssistant 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Menu du profil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enu du prof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Changer le mot de passe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hanger le mot de pa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Connexion et accueil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Portefeuille et projets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Groupes et organisations · Projets · Nouveau projet · Déroulé complet compétences IA 2026 — Groupe Horizon Services · WBS et Gantt · De la feuille de route à la conception des cursus · De la feuille de route à la conception des cursus · Vue portefeuille · Espaces des modules · Socle de la plateforme et services communs · Enregistrements métier · Questionnaires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Groupes et organisations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/tenancy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Groupes et organis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/projects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roje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Nouveau projet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/projects/new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Nouveau proj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Déroulé complet compétences IA 2026 — Groupe Horizon Services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/projects/:id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Déroulé complet compétences IA 2026 — Groupe Horizon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WBS et Gantt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/projects/:id/gantt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WBS et Gan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la feuille de route à la conception des cursus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/runs/:id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De la feuille de route à la conception des curs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la feuille de route à la conception des cursus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/runs/:id?task=:id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De la feuille de route à la conception des curs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 portefeuille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/portfolio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Vue portefeui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Espaces des modules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/modules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Espaces des modu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Socle de la plateforme et services communs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/modules/M00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Socle de la plateforme et services commu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Enregistrements métier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/records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Enregistrements mét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Questionnaires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/questionnaires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Questionn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Bibliothèque de modèles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/questionnaires/templates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Bibliothèque de modè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Campagne de questionnaires IF-PAC 2026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/questionnaires/:id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ampagne de questionnaires IF-PAC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de formation 2026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/training-plan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lan de formation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Portefeuille et projets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Conception des processus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Macro-processus · Processus de bout en bout · Diagramme des chaînes · Matrice de couverture · Diagrammes BPMN · Verticales · Parcours PME et score · Modèles de projet · Bibliothèque de jalons · Bibliothèque de check-lists · Modèle d'information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Conception des processus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/process/design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onception des process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Macro-processus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/process/mp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acro-process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Processus de bout en bout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/process/e2e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rocessus de bout en b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Diagramme des chaînes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/process/chain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Diagramme des chaî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Matrice de couverture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/process/coverage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atrice de c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Diagrammes BPMN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/process/bpmn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Diagrammes BP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Verticales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/process/verticals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Vertic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Parcours PME et score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/process/sme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arcours PME et sco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Modèles de projet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/process/templates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odèles de proj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Bibliothèque de jalons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/process/gates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Bibliothèque de jal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Bibliothèque de check-lists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/process/checklists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Bibliothèque de check-lis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 d'information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/process/model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odèle d'infor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Conception des processus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Gouvernance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Règles métier · Contrôles (COSO) · Risques et opportunités · KPI · Paramètres des alertes · RACSI · Organisation (OBS) · Registres · Audits · Retour d'expérience · WBS et Gantt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Règles métier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/gov/rules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Règles mét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Contrôles (COSO)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/gov/controls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ontrôles (COS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Risques et opportunités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/gov/risks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Risques et opportunité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/gov/kpis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KP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Paramètres des alertes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/gov/alert-settings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aramètres des ale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RACSI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/gov/racsi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RAC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Organisation (OBS)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/gov/obs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Organisation (OB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Registres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/registers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Regist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/gov/audits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ud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Retour d'expérience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/gov/rex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Retour d'expéri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WBS et Gantt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/gov/gantt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WBS et Gan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Gouvernance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Intelligence artificielle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Cas d'usage IA · Journal d'usage IA · Base de connaissances · Modèle IA en direct · Paramètres IA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 d'usage IA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/ai/use-cases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as d'usage 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Journal d'usage IA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/ai/usage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Journal d'usage 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 de connaissances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/ai/kb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Base de connaissan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 IA en direct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/ai/model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odèle IA en dir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Paramètres IA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/ai/settings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aramètres 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Intelligence artificielle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Rapports et documents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· Documents · Rapport d’ingénierie de formation et plan de formation — Groupe Horizon Services · Plan de formation avec programmes détaillés — Groupe Horizon Services · Modèles de documents · Mise en page des documents · Liste maîtresse · Comparaison interne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/reports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Rappo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/documents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Docu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d’ingénierie de formation et plan de formation — Groupe Horizon Services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/documents/:id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Rapport d’ingénierie de formation et plan de formation — Groupe Horizon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de formation avec programmes détaillés — Groupe Horizon Services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/documents/:id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lan de formation avec programmes détaillés — Groupe Horizon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Modèles de documents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/documents/templates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odèles de docu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Mise en page des documents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/documents/layout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ise en page des docu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Liste maîtresse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/documents/master-list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Liste maître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Comparaison interne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/benchmark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omparaison inter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Rapports et documents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Administration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Utilisateurs · Matrice des permissions · Configuration et licence · Packs et tarifs · Intégrations · Canaux (e-mail, WhatsApp) · Intégration PME · Journal d'audit · Sauvegardes et santé · Traçabilité des exigences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Utilisateurs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/admin/users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Utilisat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Matrice des permissions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/admin/permissions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atrice des permis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Configuration et licence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/admin/config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onfiguration et lic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Packs et tarifs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/admin/pricing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Packs et tar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Intégrations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/admin/integrations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Intég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Canaux (e-mail, WhatsApp)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/admin/channels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anaux (e-mail, WhatsApp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Intégration PME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/admin/onboarding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Intégration P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Journal d'audit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/admin/audit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Journal d'au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Sauvegardes et santé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/admin/backups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Sauvegardes et san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Traçabilité des exigences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/admin/traceability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Traçabilité des exigen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Paramètres, aide et profil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Mes paramètres · Centre d'aide</a:t>
            </a:r>
            <a:endParaRPr lang="en-US" sz="14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PARAMÈTRES, AIDE ET PROFIL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 paramètres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/settings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Mes paramèt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Paramètres, aide et profil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PARAMÈTRES, AIDE ET PROFIL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Centre d'aide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Adresse : /help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Centre d'a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Paramètres, aide et profil · Groupe Horizon Services · Données de démonstration — organisation fictive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AI Value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 — Captures d’écran — Groupe Horizon Services</dc:title>
  <dc:subject>PptxGenJS Presentation</dc:subject>
  <dc:creator>AI Value</dc:creator>
  <cp:lastModifiedBy>AI Value</cp:lastModifiedBy>
  <cp:revision>1</cp:revision>
  <dcterms:created xsi:type="dcterms:W3CDTF">2026-10-12T16:46:00Z</dcterms:created>
  <dcterms:modified xsi:type="dcterms:W3CDTF">2026-10-12T16:46:00Z</dcterms:modified>
</cp:coreProperties>
</file>