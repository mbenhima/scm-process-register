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Integrated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Full QMS and QHSE runs for every sector, large companies and SMEs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lifecycle of a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main screens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One full run per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and 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One application runs the whole lifecycle of a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From context analysis to continual improvement, every step is assigned, recorded and traced.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end-to-end phases, 162 macro processes and 1,572 workflow steps, each with its own input 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Business rules, COSO controls, risks, RACSI and KPIs linked to the steps they govern.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Nonconformities, audits, documents and registers, with versions and an audit trail.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DEMONSTRATION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The seeded database holds 120 complete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organizations in 2 groups and 1 independent SME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full-run projects: QMS and QHSE for each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84,603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workflow steps with their recorded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1,141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users across 19 roles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languages: English, French, Arabic (right-to-left)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sectors: 29 verticals plus universal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Counts after running npm run seed; every value is fictional demonstration data.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Demonstration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Twelve end-to-end processes run in order; gates close the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END-TO-END PROCESSES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 run moves through twelve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Each phase groups the macro processes activated for the organization; a gate with a checklist closes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Context To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Leadership To Commitment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Risk To Resilience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Compliance To Achievement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People To Capability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Infrastructure To Wellbeing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Knowledge To 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Requirements To Delivery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Verification To Preparedness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Monitoring To Evaluation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Audit To 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Correction To 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Tinted cards: phases with a gate in every SME track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main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Screens captured on the Horizon Universal Holdings QMS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Where the run stands,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Progress by end-to-end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trend against its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Next steps due for my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Twelve phases, run in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card per phase with completed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Gate status and decision on each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 processes of the selected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 gate closes each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Exit criteria and checklist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only when every step is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Hold and No-Go require a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WORKFLOW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step has its own input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17 form kinds cover the 1,572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Save a draft or complete the step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Rules and controls shown in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Completed steps keep their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Who completed the step and when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Reopen needs a written justification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passed gate locks the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SIPOC of each macro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Suppliers, inputs, process, outputs, 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Tasks and steps in execution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KPIs, rules and AI use cases of the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Diagrams generated from the process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229" y="1783080"/>
            <a:ext cx="6759244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lane per role, one task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in its own panel beside the canvas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and import .bpmn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Risks, hazards and aspects on one heatmap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Likelihood × impact on a 1–5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QHSE runs add OH&amp;S hazards and environmental aspects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Treatment and residual score per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KPIs measured every month against target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Catalog, sector and core KPIs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value off target raises an alert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Custom KPIs with measurement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Exactly one Accountable per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Activities of each phase and macro 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Responsible, Consulted, Support, Informed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rule is enforced by the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NONCONFORMITIES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From detection to lessons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Five stages, one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Owner and evaluator are different people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Closure requires the lessons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Documented information under version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Draft, review, published, superseded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author never approves their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Review dates raise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Work breakdown structure and Gantt chart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node per phase with its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Dependencies drawn between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Overdue items in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Raised once, sent along the escalation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Deduplicated per record and period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In-app and e-mail dispatch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Alert types enabled per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AI suggestions with a human checkpoint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Assistive and augmented tiers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Accepted, edited or rejected, and logged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No external AI service is called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project of the group, stage by stage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row per project, one column per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Other organizations are read-only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to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Organizations ranked on shared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Same metric catalog for all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Only organizations that share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Hidden below three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Catalog, manual or with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Templates by vertical, mode and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Complexity score recommends the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AI item accepted or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Reports in three languages and four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and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Management review input per ISO 9001 9.3.2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Arabic reports laid out right to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One full run per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For each vertical: the lifecycle of the large company and the figures of its SME counterpart.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&amp;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Build &amp; Construct  ·  Nova Build &amp; Construct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Aerostructures  ·  Nova Aerostructures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Industry pack: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Automotive &amp; Transportation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Automotive Systems  ·  Nova Automotive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Products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Products  ·  Nova Consumer Products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Goods  ·  Nova Consumer Goods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Electronics &amp; High-Tech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Electronics  ·  Nova Electronics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Energy &amp;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Energy &amp; Utilities  ·  Nova Energy &amp; Utilities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&amp; 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Metal Fabrication  ·  Nova Metal Fabrication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Food &amp; Beverage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Food &amp; Beverages  ·  Nova Food &amp; Beverages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(Providers)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Health Clinics  ·  Nova Health Clinics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&amp; Life Sciences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MedTech Devices  ·  Nova MedTech Devices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Industrial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Industrial Machines  ·  Nova Industrial Machines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  ·  Nova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Logistics  ·  Nova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Manufacturing (Generic)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Manufacturing  ·  Nova Manufacturing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Process/Petrochemical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Petrochemicals  ·  Nova Petrochemicals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 Industries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Process Industries  ·  Nova Process Industries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Private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Private Schools  ·  Nova Private Schools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Labs  ·  Nova Pharma Labs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Pharmaceutical &amp;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Process  ·  Nova Pharma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Packaged Foods  ·  Nova Packaged Foods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Public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Public Education  ·  Nova Public Education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Retail Stores  ·  Nova Retail Stores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Retail, Footwear &amp; Apparel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Fashion &amp; Footwear  ·  Nova Fashion &amp; Footwear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Semiconductor &amp; Electronics Mfg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Semiconductors  ·  Nova Semiconductors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Shipbuilding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Shipyards  ·  Nova Shipyards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Industry pack: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Social &amp; Solidarity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Fair Cooperatives  ·  Nova Fair Cooperatives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Telecommunications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Telecom Networks  ·  Nova Telecom Networks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Universal (all sectors)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Universal Holdings  ·  Atlas Universal SME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Install, seed and run in three commands per folder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Open http://localhost:5173 and sign in with a demonstration account (password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The user guides list, for every step of the five scenarios, the values to type.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