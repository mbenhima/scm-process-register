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234440" cy="393192"/>
          </a:xfrm>
          <a:prstGeom prst="rect">
            <a:avLst/>
          </a:prstGeom>
        </p:spPr>
      </p:pic>
      <p:pic>
        <p:nvPicPr>
          <p:cNvPr id="3" name="Image 1" descr="/tmp/pptx_assets/journ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 PRÉSENTE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691640" y="144475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journi à travers les secteurs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1709928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moteur de gestion du changement, gouverné par l'IA — sept secteurs, un seul parcours de bout en bout.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48640" y="32461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13232" y="3447288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005840" y="32461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public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63640" y="32461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28232" y="3447288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720840" y="32461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de la construction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959352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" y="4160520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005840" y="39593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63640" y="3959352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4160520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720840" y="39593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Agro-industrie — Produits laitiers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4672584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" y="4873752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005840" y="46725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263640" y="4672584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28232" y="4873752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720840" y="46725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 / Gaz / Énergie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48640" y="5385816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13232" y="5586984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05840" y="538581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400" dirty="0"/>
          </a:p>
        </p:txBody>
      </p:sp>
      <p:pic>
        <p:nvPicPr>
          <p:cNvPr id="28" name="Image 2" descr="/tmp/pptx_assets/powerac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de changement de bout en bout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secteur ci-après avance le long de la même chaîne E2E-01 « Préparation et mobilisation » — de l'évaluation de l'impact et des parties prenantes jusqu'au diagnostic de préparation — modélisée en BPMN 2.0 natif dans le Registre des processus (M4), avec une palette d'édition séparée du plan de dessin.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7464" y="1819656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6" name="Image 0" descr="/tmp/claude-0/-home-user-scm-process-register/be121489-2574-5414-b5df-0d551cade9d3/scratchpad/deck/shots_fr/_overview_bp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874520"/>
            <a:ext cx="10607040" cy="6261100"/>
          </a:xfrm>
          <a:prstGeom prst="rect">
            <a:avLst/>
          </a:prstGeom>
        </p:spPr>
      </p:pic>
      <p:pic>
        <p:nvPicPr>
          <p:cNvPr id="7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moteur, configuré pour chaque secteur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Configuration détermine quels modules et quel palier d'IA sont actifs par Pack, et quelles normes de conformité s'appliquent — le même moteur journi sert le secteur public comme l'énergie, sans changement de plateforme.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7464" y="1819656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6" name="Image 0" descr="/tmp/claude-0/-home-user-scm-process-register/be121489-2574-5414-b5df-0d551cade9d3/scratchpad/deck/shots_fr/_overview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874520"/>
            <a:ext cx="10607040" cy="6261100"/>
          </a:xfrm>
          <a:prstGeom prst="rect">
            <a:avLst/>
          </a:prstGeom>
        </p:spPr>
      </p:pic>
      <p:pic>
        <p:nvPicPr>
          <p:cNvPr id="7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Secteur public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 Public Services Authority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d'adoption des e-services citoyens — remplacer les files d'attente physiques par le libre-service numérique dans 6 centres régionaux.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LEWIN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Décristallisation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ADKAR MOYEN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CIBLE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~450 agents d'accueil, 6 centres régionaux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PUBLIC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· Registre des initiatives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public_sector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PUBLIC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 · Cartographie des parties prenantes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public_sector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PUBLIC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M16 · Gestion de la résistance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public_sector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 de la construction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BuildTech Materials Group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production numérique — automatisation du suivi des lots sur les lignes de préfabriqué et de granulats.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LEWIN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Changement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ADKAR MOYEN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CIBLE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~340 opérateurs de production, 2 sites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DE LA 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 · Cartographie des parties prenantes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manufacturing_construct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DE LA 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Moteur ADKAR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manufacturing_constructio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DE LA 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 · Registre des risques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manufacturing_constructio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Health Network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d'adoption ERP dans le secteur de la santé — gestion du changement encadrée pour le personnel clinique et administratif.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LEWIN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Décristallisation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ADKAR MOYEN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CIBLE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~2 000 personnels cliniques et administratifs, 3 hôpitaux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M13 · Sponsor et coalition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healt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Moteur ADKAR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healt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M20 · Analytique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healt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Agro-industrie — Produits laitiers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Meknes Dairy Cooperative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traçabilité de la chaîne du froid — répondre aux exigences de sécurité alimentaire à l'export.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LEWIN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Décristallisation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ADKAR MOYEN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CIBLE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~210 employés d'usine et de centres de collecte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AGRO-INDUSTRIE — PRODUITS LAITIERS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· Registre des initiatives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agro_busines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AGRO-INDUSTRIE — PRODUITS LAITIERS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 · Cartographie des parties prenantes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agro_busines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AGRO-INDUSTRIE — PRODUITS LAITIERS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 · Registre des risques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agro_business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Logistics Hub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ERP dans le secteur logistique — coordination du changement sur un réseau de transport multi-sites.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LEWIN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Décristallisation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ADKAR MOYEN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CIBLE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~650 employés (répartition, entrepôt, finance), 5 hubs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M14 · Communications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logistic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M16 · Gestion de la résistance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logistic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M20 · Analytique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logistics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Pétrole / Gaz / Énergie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 Energy Holding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numérique sécurité et opérations — modernisation des permis de travail en raffinerie et sur le terrain.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LEWIN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Changement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ADKAR MOYEN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CIBLE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~640 employés raffinerie et opérations terrain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 / GAZ / ÉNERGIE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M13 · Sponsor et coalition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oil_gas_energy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 / GAZ / ÉNERGIE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Moteur ADKAR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oil_gas_energy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 / GAZ / ÉNERGIE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M15 · Formation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oil_gas_energy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 Construction Group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BIM et pilotage de projet — désormais en pérennisation, 85% d'adoption à 90 jours.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LEWIN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Recristallisation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ADKAR MOYEN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CIBLE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~280 ingénieurs de chantier et contrôleurs de projet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M21 · Pérennisation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construct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Moteur ADKAR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constructio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M18 · Carte du parcours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fr/constructio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assets/journ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544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SECTEURS, UN SEUL MOTEUR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536192" y="868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système de référence, pas sept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public, industrie, santé, agro-industrie, transport, énergie, construction — chaque programme de changement partage le même modèle de données gouverné, la même piste d'audit, et le même moteur d'IA encadré. Aucun changement de plateforme requis pour grandir d'un pilote à un déploiement multi-secteurs.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public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57984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9424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de la construction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67328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58768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76672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68112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Agro-industrie — Produits laitiers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86016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77456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95360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 / Gaz / Énergie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204704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96144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050" dirty="0"/>
          </a:p>
        </p:txBody>
      </p:sp>
      <p:pic>
        <p:nvPicPr>
          <p:cNvPr id="20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Plateforme de gestion humaine du changement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2026-09-24T09:46:44Z</dcterms:created>
  <dcterms:modified xsi:type="dcterms:W3CDTF">2026-09-24T09:46:44Z</dcterms:modified>
</cp:coreProperties>
</file>