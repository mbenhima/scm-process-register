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234440" cy="393192"/>
          </a:xfrm>
          <a:prstGeom prst="rect">
            <a:avLst/>
          </a:prstGeom>
        </p:spPr>
      </p:pic>
      <p:pic>
        <p:nvPicPr>
          <p:cNvPr id="3" name="Image 1" descr="/tmp/pptx_assets/journ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 PRESENTS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691640" y="1444752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journi across sectors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1709928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AI-governed change-management engine — seven sectors, one end-to-end journey.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48640" y="32461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13232" y="3447288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1005840" y="32461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63640" y="32461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28232" y="3447288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720840" y="32461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in Construction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959352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" y="4160520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005840" y="39593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63640" y="3959352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4160520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720840" y="39593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Agro-Business — Dairy Products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548640" y="4672584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" y="4873752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005840" y="46725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263640" y="4672584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28232" y="4873752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720840" y="46725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Gas / Energy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48640" y="5385816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13232" y="5586984"/>
            <a:ext cx="164592" cy="164592"/>
          </a:xfrm>
          <a:prstGeom prst="ellipse">
            <a:avLst/>
          </a:prstGeom>
          <a:solidFill>
            <a:srgbClr val="F8931D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1005840" y="538581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400" dirty="0"/>
          </a:p>
        </p:txBody>
      </p:sp>
      <p:pic>
        <p:nvPicPr>
          <p:cNvPr id="28" name="Image 2" descr="/tmp/pptx_assets/poweract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change journey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sector below advances along the same E2E-01 "Readiness &amp; Mobilization" chain — from impact and stakeholder assessment through readiness diagnostics — modeled as native BPMN 2.0 in the Process Registry (M4), with an editing palette kept structurally separate from the canvas.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7464" y="1819656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6" name="Image 0" descr="/tmp/claude-0/-home-user-scm-process-register/be121489-2574-5414-b5df-0d551cade9d3/scratchpad/deck/shots_en/_overview_bp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874520"/>
            <a:ext cx="10607040" cy="6261100"/>
          </a:xfrm>
          <a:prstGeom prst="rect">
            <a:avLst/>
          </a:prstGeom>
        </p:spPr>
      </p:pic>
      <p:pic>
        <p:nvPicPr>
          <p:cNvPr id="7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configured per sector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Configuration module determines which modules and AI tier are active per Pack, and which compliance standards apply — the same journi engine serves the public sector and energy alike, with no change of platform.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7464" y="1819656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6" name="Image 0" descr="/tmp/claude-0/-home-user-scm-process-register/be121489-2574-5414-b5df-0d551cade9d3/scratchpad/deck/shots_en/_overview_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874520"/>
            <a:ext cx="10607040" cy="6261100"/>
          </a:xfrm>
          <a:prstGeom prst="rect">
            <a:avLst/>
          </a:prstGeom>
        </p:spPr>
      </p:pic>
      <p:pic>
        <p:nvPicPr>
          <p:cNvPr id="7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Sector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 Public Services Authority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e-Services Adoption Program — replacing in-person queues with digital self-service across 6 regional centers.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PHASE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Unfreeze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ADKAR SCORE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~450 front-desk staff, 6 regional centers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· Initiative Registry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public_sector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 · Stakeholder Mapping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public_sector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M16 · Resistance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public_sector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in Construction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BuildTech Materials Group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Digital Production Control — automating batch tracking on the precast and aggregates lines.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PHASE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ADKAR SCORE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~340 plant operators, 2 sites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IN 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 · Stakeholder Mapping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manufacturing_construct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IN 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ADKAR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manufacturing_constructio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IN 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 · Risk Register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manufacturing_constructio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Health Network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Health-sector ERP adoption program — governed change management across clinical and administrative staff.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PHASE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Unfreeze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ADKAR SCORE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~2,000 clinical &amp; admin staff, 3 hospitals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M13 · Sponsor &amp; Coalition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healt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ADKAR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healt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M20 ·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healt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Agro-Business — Dairy Products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Meknes Dairy Cooperative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Traceability Program — meeting export-market food-safety requirements farm to shelf.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PHASE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Unfreeze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ADKAR SCORE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~210 plant &amp; collection-center staff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AGRO-BUSINESS — DAIRY PRODUCTS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M7 · Initiative Registry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agro_busines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AGRO-BUSINESS — DAIRY PRODUCTS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M9 · Stakeholder Mapping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agro_busines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AGRO-BUSINESS — DAIRY PRODUCTS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M12 · Risk Register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agro_business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Logistics Hub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Logistics-sector ERP adoption — coordinating change across a multi-site transportation network.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PHASE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Unfreeze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ADKAR SCORE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~650 dispatch, warehouse &amp; finance staff, 5 hubs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M14 · Communications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logistic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M16 · Resistance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logistics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M20 ·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logistics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/ Gas / Energy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 Energy Holding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Safety &amp; Operations Program — modernizing permit-to-work across refinery and field sites.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PHASE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ADKAR SCORE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~640 refinery &amp; field operations staff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GAS / ENERGY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M13 · Sponsor &amp; Coalition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oil_gas_energy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GAS / ENERGY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ADKAR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oil_gas_energy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GAS / ENERGY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M15 · Training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oil_gas_energy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 Construction Group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&amp; Project Controls Adoption — now in sustainment, 85% adoption at day 90.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LEWIN PHASE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Refreeze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ADKAR SCORE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/ 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66760" y="32186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36118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~280 site engineers &amp; project controllers</a:t>
            </a:r>
            <a:endParaRPr lang="en-US" sz="2200" dirty="0"/>
          </a:p>
        </p:txBody>
      </p:sp>
      <p:pic>
        <p:nvPicPr>
          <p:cNvPr id="15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M21 · Sustainment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construct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M10 · ADKAR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constructio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M18 · Journey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7464" y="1243584"/>
            <a:ext cx="10716768" cy="6370828"/>
          </a:xfrm>
          <a:prstGeom prst="roundRect">
            <a:avLst>
              <a:gd name="adj" fmla="val 71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pic>
        <p:nvPicPr>
          <p:cNvPr id="5" name="Image 0" descr="/tmp/claude-0/-home-user-scm-process-register/be121489-2574-5414-b5df-0d551cade9d3/scratchpad/deck/shots_en/construction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298448"/>
            <a:ext cx="10607040" cy="6261100"/>
          </a:xfrm>
          <a:prstGeom prst="rect">
            <a:avLst/>
          </a:prstGeom>
        </p:spPr>
      </p:pic>
      <p:pic>
        <p:nvPicPr>
          <p:cNvPr id="6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assets/journ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544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SECTORS, ONE ENGINE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536192" y="8686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 of record, not seven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sector, manufacturing, healthcare, agro-business, transportation, energy, construction — every change program shares the same governed data model, the same audit trail, and the same assistive AI engine. No change of platform required to grow from a single pilot to a multi-sector rollout.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57984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9424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in Construction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67328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58768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76672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68112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Agro-Business — Dairy Products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86016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77456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95360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/ Gas / Energy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204704" y="3383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DEEDA"/>
          </a:solidFill>
          <a:ln w="6350">
            <a:solidFill>
              <a:srgbClr val="E3E3E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296144" y="3493008"/>
            <a:ext cx="12984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050" dirty="0"/>
          </a:p>
        </p:txBody>
      </p:sp>
      <p:pic>
        <p:nvPicPr>
          <p:cNvPr id="20" name="Image 1" descr="/tmp/pptx_assets/power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— Human Change Management Platform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2026-09-24T09:45:06Z</dcterms:created>
  <dcterms:modified xsi:type="dcterms:W3CDTF">2026-09-24T09:45:06Z</dcterms:modified>
</cp:coreProperties>
</file>